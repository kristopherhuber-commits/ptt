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" y="1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49EC5-EBC1-443C-9EAB-49DCC3008FE7}" type="datetimeFigureOut">
              <a:rPr lang="en-US" smtClean="0"/>
              <a:t>2025-12-09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3C162-5D84-48F2-98BF-501F8C122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8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EAEB-76C8-DDB4-D5CA-74F6B0A4C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AE4C3-4838-8194-1F38-9F12BA985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28414-A382-92A5-104A-FD04F42C6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955B-CDD7-4B86-B98C-52546FEC8EB1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11547-D17A-601B-588B-263222CE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10198" y="6356350"/>
            <a:ext cx="2743201" cy="501650"/>
          </a:xfrm>
        </p:spPr>
        <p:txBody>
          <a:bodyPr/>
          <a:lstStyle>
            <a:lvl1pPr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Commercial in Confidence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1D14-BAE7-2BB5-BACA-5E94FF05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501650"/>
          </a:xfrm>
        </p:spPr>
        <p:txBody>
          <a:bodyPr/>
          <a:lstStyle>
            <a:lvl1pPr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fld id="{1325D8CA-4BB4-44C2-8FA9-D8B823E51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6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rate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9C670-D0DD-D193-8CDC-D92D88DD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9E4C6-9885-4B4F-916C-05331BC8FCD3}" type="datetime1">
              <a:rPr lang="en-US" smtClean="0"/>
              <a:t>2025-12-09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C96A9-5E69-5696-C57B-2F369D2E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AE195-54FE-7534-E465-DFC350D9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64ABFCB-50FB-BDB6-1E88-9B2A13D4640A}"/>
              </a:ext>
            </a:extLst>
          </p:cNvPr>
          <p:cNvCxnSpPr/>
          <p:nvPr userDrawn="1"/>
        </p:nvCxnSpPr>
        <p:spPr>
          <a:xfrm>
            <a:off x="4723239" y="6457951"/>
            <a:ext cx="649086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6A90A902-C16F-FAAE-2C28-959D017CB256}"/>
              </a:ext>
            </a:extLst>
          </p:cNvPr>
          <p:cNvSpPr/>
          <p:nvPr userDrawn="1"/>
        </p:nvSpPr>
        <p:spPr>
          <a:xfrm>
            <a:off x="601040" y="2367191"/>
            <a:ext cx="4114800" cy="3123109"/>
          </a:xfrm>
          <a:prstGeom prst="rect">
            <a:avLst/>
          </a:prstGeom>
          <a:solidFill>
            <a:srgbClr val="4472C4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C0C76335-9FC5-DCE8-4B9B-0F48C942008D}"/>
              </a:ext>
            </a:extLst>
          </p:cNvPr>
          <p:cNvSpPr txBox="1">
            <a:spLocks/>
          </p:cNvSpPr>
          <p:nvPr userDrawn="1"/>
        </p:nvSpPr>
        <p:spPr>
          <a:xfrm>
            <a:off x="608438" y="2911475"/>
            <a:ext cx="4114800" cy="66516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Kris Huber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9D0F94-450F-D7B2-9F71-21BD9A0B62D6}"/>
              </a:ext>
            </a:extLst>
          </p:cNvPr>
          <p:cNvSpPr txBox="1"/>
          <p:nvPr userDrawn="1"/>
        </p:nvSpPr>
        <p:spPr>
          <a:xfrm>
            <a:off x="835145" y="4176044"/>
            <a:ext cx="3751796" cy="2757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Chief Technical Officer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73EB6AB-8D03-15EF-8AFC-291CC89A40C7}"/>
              </a:ext>
            </a:extLst>
          </p:cNvPr>
          <p:cNvCxnSpPr>
            <a:cxnSpLocks/>
          </p:cNvCxnSpPr>
          <p:nvPr userDrawn="1"/>
        </p:nvCxnSpPr>
        <p:spPr>
          <a:xfrm>
            <a:off x="806867" y="3955623"/>
            <a:ext cx="3751796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430755D-812D-ED4C-2D74-709A6FC6B023}"/>
              </a:ext>
            </a:extLst>
          </p:cNvPr>
          <p:cNvGrpSpPr/>
          <p:nvPr userDrawn="1"/>
        </p:nvGrpSpPr>
        <p:grpSpPr>
          <a:xfrm>
            <a:off x="5414076" y="1121851"/>
            <a:ext cx="934605" cy="934605"/>
            <a:chOff x="5813571" y="798286"/>
            <a:chExt cx="1078596" cy="1078596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1EB812C-2C92-0BE4-9F40-EB88FC19D71B}"/>
                </a:ext>
              </a:extLst>
            </p:cNvPr>
            <p:cNvSpPr/>
            <p:nvPr/>
          </p:nvSpPr>
          <p:spPr>
            <a:xfrm>
              <a:off x="5813571" y="798286"/>
              <a:ext cx="1078596" cy="1078596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E0E6A5D-E8FC-EF4C-5ED5-0A611BAD20E9}"/>
                </a:ext>
              </a:extLst>
            </p:cNvPr>
            <p:cNvSpPr/>
            <p:nvPr/>
          </p:nvSpPr>
          <p:spPr>
            <a:xfrm>
              <a:off x="5927567" y="912282"/>
              <a:ext cx="850604" cy="850604"/>
            </a:xfrm>
            <a:prstGeom prst="ellipse">
              <a:avLst/>
            </a:prstGeom>
            <a:solidFill>
              <a:srgbClr val="4472C4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2599ABE-5B6A-F174-D92D-E52E3F046683}"/>
                </a:ext>
              </a:extLst>
            </p:cNvPr>
            <p:cNvGrpSpPr/>
            <p:nvPr/>
          </p:nvGrpSpPr>
          <p:grpSpPr>
            <a:xfrm>
              <a:off x="6187769" y="1224872"/>
              <a:ext cx="330200" cy="225425"/>
              <a:chOff x="4127500" y="3670301"/>
              <a:chExt cx="330200" cy="225425"/>
            </a:xfrm>
            <a:solidFill>
              <a:sysClr val="window" lastClr="FFFFFF"/>
            </a:solidFill>
          </p:grpSpPr>
          <p:sp>
            <p:nvSpPr>
              <p:cNvPr id="70" name="Freeform 26">
                <a:extLst>
                  <a:ext uri="{FF2B5EF4-FFF2-40B4-BE49-F238E27FC236}">
                    <a16:creationId xmlns:a16="http://schemas.microsoft.com/office/drawing/2014/main" id="{323D0FA6-BA75-CC87-00F6-516F69D2D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0" y="3684588"/>
                <a:ext cx="330200" cy="211138"/>
              </a:xfrm>
              <a:custGeom>
                <a:avLst/>
                <a:gdLst>
                  <a:gd name="T0" fmla="*/ 87 w 88"/>
                  <a:gd name="T1" fmla="*/ 0 h 56"/>
                  <a:gd name="T2" fmla="*/ 45 w 88"/>
                  <a:gd name="T3" fmla="*/ 34 h 56"/>
                  <a:gd name="T4" fmla="*/ 44 w 88"/>
                  <a:gd name="T5" fmla="*/ 34 h 56"/>
                  <a:gd name="T6" fmla="*/ 43 w 88"/>
                  <a:gd name="T7" fmla="*/ 34 h 56"/>
                  <a:gd name="T8" fmla="*/ 1 w 88"/>
                  <a:gd name="T9" fmla="*/ 0 h 56"/>
                  <a:gd name="T10" fmla="*/ 0 w 88"/>
                  <a:gd name="T11" fmla="*/ 4 h 56"/>
                  <a:gd name="T12" fmla="*/ 0 w 88"/>
                  <a:gd name="T13" fmla="*/ 48 h 56"/>
                  <a:gd name="T14" fmla="*/ 8 w 88"/>
                  <a:gd name="T15" fmla="*/ 56 h 56"/>
                  <a:gd name="T16" fmla="*/ 80 w 88"/>
                  <a:gd name="T17" fmla="*/ 56 h 56"/>
                  <a:gd name="T18" fmla="*/ 88 w 88"/>
                  <a:gd name="T19" fmla="*/ 48 h 56"/>
                  <a:gd name="T20" fmla="*/ 88 w 88"/>
                  <a:gd name="T21" fmla="*/ 4 h 56"/>
                  <a:gd name="T22" fmla="*/ 87 w 88"/>
                  <a:gd name="T2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" h="56">
                    <a:moveTo>
                      <a:pt x="87" y="0"/>
                    </a:move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4"/>
                      <a:pt x="43" y="34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8" y="52"/>
                      <a:pt x="88" y="48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88" y="2"/>
                      <a:pt x="88" y="1"/>
                      <a:pt x="8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 27">
                <a:extLst>
                  <a:ext uri="{FF2B5EF4-FFF2-40B4-BE49-F238E27FC236}">
                    <a16:creationId xmlns:a16="http://schemas.microsoft.com/office/drawing/2014/main" id="{D174D7AB-3A01-D5DC-2C6B-0D14EAD27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3375" y="3670301"/>
                <a:ext cx="300038" cy="123825"/>
              </a:xfrm>
              <a:custGeom>
                <a:avLst/>
                <a:gdLst>
                  <a:gd name="T0" fmla="*/ 80 w 80"/>
                  <a:gd name="T1" fmla="*/ 1 h 33"/>
                  <a:gd name="T2" fmla="*/ 76 w 80"/>
                  <a:gd name="T3" fmla="*/ 0 h 33"/>
                  <a:gd name="T4" fmla="*/ 4 w 80"/>
                  <a:gd name="T5" fmla="*/ 0 h 33"/>
                  <a:gd name="T6" fmla="*/ 0 w 80"/>
                  <a:gd name="T7" fmla="*/ 1 h 33"/>
                  <a:gd name="T8" fmla="*/ 40 w 80"/>
                  <a:gd name="T9" fmla="*/ 33 h 33"/>
                  <a:gd name="T10" fmla="*/ 80 w 80"/>
                  <a:gd name="T11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" h="33">
                    <a:moveTo>
                      <a:pt x="80" y="1"/>
                    </a:moveTo>
                    <a:cubicBezTo>
                      <a:pt x="79" y="0"/>
                      <a:pt x="77" y="0"/>
                      <a:pt x="76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1"/>
                    </a:cubicBezTo>
                    <a:cubicBezTo>
                      <a:pt x="40" y="33"/>
                      <a:pt x="40" y="33"/>
                      <a:pt x="40" y="33"/>
                    </a:cubicBezTo>
                    <a:lnTo>
                      <a:pt x="8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52A8AAB-B40A-3B34-ADDE-537F1FAE181A}"/>
              </a:ext>
            </a:extLst>
          </p:cNvPr>
          <p:cNvGrpSpPr/>
          <p:nvPr userDrawn="1"/>
        </p:nvGrpSpPr>
        <p:grpSpPr>
          <a:xfrm>
            <a:off x="5414076" y="2407872"/>
            <a:ext cx="934605" cy="934605"/>
            <a:chOff x="5813571" y="2462892"/>
            <a:chExt cx="1078596" cy="1078596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C60779B-DAE9-7F59-1FFB-BA3338485898}"/>
                </a:ext>
              </a:extLst>
            </p:cNvPr>
            <p:cNvSpPr/>
            <p:nvPr/>
          </p:nvSpPr>
          <p:spPr>
            <a:xfrm>
              <a:off x="5813571" y="2462892"/>
              <a:ext cx="1078596" cy="1078596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C00AECE-6874-5C03-503C-0A16C229DCD9}"/>
                </a:ext>
              </a:extLst>
            </p:cNvPr>
            <p:cNvSpPr/>
            <p:nvPr/>
          </p:nvSpPr>
          <p:spPr>
            <a:xfrm>
              <a:off x="5927567" y="2576888"/>
              <a:ext cx="850604" cy="850604"/>
            </a:xfrm>
            <a:prstGeom prst="ellipse">
              <a:avLst/>
            </a:prstGeom>
            <a:solidFill>
              <a:srgbClr val="4472C4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E173ADF-C95F-C13A-F594-4702A4C0EBB1}"/>
                </a:ext>
              </a:extLst>
            </p:cNvPr>
            <p:cNvGrpSpPr/>
            <p:nvPr/>
          </p:nvGrpSpPr>
          <p:grpSpPr>
            <a:xfrm>
              <a:off x="6170307" y="2821215"/>
              <a:ext cx="365125" cy="361950"/>
              <a:chOff x="4108450" y="2886076"/>
              <a:chExt cx="365125" cy="361950"/>
            </a:xfrm>
            <a:solidFill>
              <a:sysClr val="window" lastClr="FFFFFF"/>
            </a:solidFill>
          </p:grpSpPr>
          <p:sp>
            <p:nvSpPr>
              <p:cNvPr id="76" name="Freeform 7">
                <a:extLst>
                  <a:ext uri="{FF2B5EF4-FFF2-40B4-BE49-F238E27FC236}">
                    <a16:creationId xmlns:a16="http://schemas.microsoft.com/office/drawing/2014/main" id="{A53DEAB9-0686-BDCE-2DEF-0E36F6DED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450" y="2946401"/>
                <a:ext cx="307975" cy="301625"/>
              </a:xfrm>
              <a:custGeom>
                <a:avLst/>
                <a:gdLst>
                  <a:gd name="T0" fmla="*/ 70 w 82"/>
                  <a:gd name="T1" fmla="*/ 49 h 80"/>
                  <a:gd name="T2" fmla="*/ 63 w 82"/>
                  <a:gd name="T3" fmla="*/ 46 h 80"/>
                  <a:gd name="T4" fmla="*/ 56 w 82"/>
                  <a:gd name="T5" fmla="*/ 49 h 80"/>
                  <a:gd name="T6" fmla="*/ 54 w 82"/>
                  <a:gd name="T7" fmla="*/ 50 h 80"/>
                  <a:gd name="T8" fmla="*/ 31 w 82"/>
                  <a:gd name="T9" fmla="*/ 27 h 80"/>
                  <a:gd name="T10" fmla="*/ 32 w 82"/>
                  <a:gd name="T11" fmla="*/ 25 h 80"/>
                  <a:gd name="T12" fmla="*/ 32 w 82"/>
                  <a:gd name="T13" fmla="*/ 11 h 80"/>
                  <a:gd name="T14" fmla="*/ 24 w 82"/>
                  <a:gd name="T15" fmla="*/ 3 h 80"/>
                  <a:gd name="T16" fmla="*/ 17 w 82"/>
                  <a:gd name="T17" fmla="*/ 0 h 80"/>
                  <a:gd name="T18" fmla="*/ 10 w 82"/>
                  <a:gd name="T19" fmla="*/ 3 h 80"/>
                  <a:gd name="T20" fmla="*/ 5 w 82"/>
                  <a:gd name="T21" fmla="*/ 7 h 80"/>
                  <a:gd name="T22" fmla="*/ 3 w 82"/>
                  <a:gd name="T23" fmla="*/ 25 h 80"/>
                  <a:gd name="T24" fmla="*/ 56 w 82"/>
                  <a:gd name="T25" fmla="*/ 78 h 80"/>
                  <a:gd name="T26" fmla="*/ 64 w 82"/>
                  <a:gd name="T27" fmla="*/ 80 h 80"/>
                  <a:gd name="T28" fmla="*/ 74 w 82"/>
                  <a:gd name="T29" fmla="*/ 76 h 80"/>
                  <a:gd name="T30" fmla="*/ 78 w 82"/>
                  <a:gd name="T31" fmla="*/ 71 h 80"/>
                  <a:gd name="T32" fmla="*/ 78 w 82"/>
                  <a:gd name="T33" fmla="*/ 57 h 80"/>
                  <a:gd name="T34" fmla="*/ 70 w 82"/>
                  <a:gd name="T35" fmla="*/ 4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2" h="80">
                    <a:moveTo>
                      <a:pt x="70" y="49"/>
                    </a:moveTo>
                    <a:cubicBezTo>
                      <a:pt x="68" y="47"/>
                      <a:pt x="65" y="46"/>
                      <a:pt x="63" y="46"/>
                    </a:cubicBezTo>
                    <a:cubicBezTo>
                      <a:pt x="60" y="46"/>
                      <a:pt x="57" y="47"/>
                      <a:pt x="56" y="49"/>
                    </a:cubicBezTo>
                    <a:cubicBezTo>
                      <a:pt x="54" y="50"/>
                      <a:pt x="54" y="50"/>
                      <a:pt x="54" y="50"/>
                    </a:cubicBezTo>
                    <a:cubicBezTo>
                      <a:pt x="46" y="43"/>
                      <a:pt x="38" y="35"/>
                      <a:pt x="31" y="27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6" y="22"/>
                      <a:pt x="36" y="15"/>
                      <a:pt x="32" y="11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2" y="1"/>
                      <a:pt x="19" y="0"/>
                      <a:pt x="17" y="0"/>
                    </a:cubicBezTo>
                    <a:cubicBezTo>
                      <a:pt x="14" y="0"/>
                      <a:pt x="12" y="1"/>
                      <a:pt x="10" y="3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0" y="12"/>
                      <a:pt x="0" y="20"/>
                      <a:pt x="3" y="25"/>
                    </a:cubicBezTo>
                    <a:cubicBezTo>
                      <a:pt x="17" y="46"/>
                      <a:pt x="35" y="64"/>
                      <a:pt x="56" y="78"/>
                    </a:cubicBezTo>
                    <a:cubicBezTo>
                      <a:pt x="58" y="79"/>
                      <a:pt x="61" y="80"/>
                      <a:pt x="64" y="80"/>
                    </a:cubicBezTo>
                    <a:cubicBezTo>
                      <a:pt x="67" y="80"/>
                      <a:pt x="71" y="79"/>
                      <a:pt x="74" y="76"/>
                    </a:cubicBezTo>
                    <a:cubicBezTo>
                      <a:pt x="78" y="71"/>
                      <a:pt x="78" y="71"/>
                      <a:pt x="78" y="71"/>
                    </a:cubicBezTo>
                    <a:cubicBezTo>
                      <a:pt x="82" y="67"/>
                      <a:pt x="82" y="61"/>
                      <a:pt x="78" y="57"/>
                    </a:cubicBezTo>
                    <a:lnTo>
                      <a:pt x="70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Freeform 8">
                <a:extLst>
                  <a:ext uri="{FF2B5EF4-FFF2-40B4-BE49-F238E27FC236}">
                    <a16:creationId xmlns:a16="http://schemas.microsoft.com/office/drawing/2014/main" id="{78B5BAEA-0F95-EC95-6F92-7E28736FAF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6250" y="2886076"/>
                <a:ext cx="187325" cy="188913"/>
              </a:xfrm>
              <a:custGeom>
                <a:avLst/>
                <a:gdLst>
                  <a:gd name="T0" fmla="*/ 2 w 50"/>
                  <a:gd name="T1" fmla="*/ 0 h 50"/>
                  <a:gd name="T2" fmla="*/ 0 w 50"/>
                  <a:gd name="T3" fmla="*/ 2 h 50"/>
                  <a:gd name="T4" fmla="*/ 2 w 50"/>
                  <a:gd name="T5" fmla="*/ 4 h 50"/>
                  <a:gd name="T6" fmla="*/ 46 w 50"/>
                  <a:gd name="T7" fmla="*/ 48 h 50"/>
                  <a:gd name="T8" fmla="*/ 48 w 50"/>
                  <a:gd name="T9" fmla="*/ 50 h 50"/>
                  <a:gd name="T10" fmla="*/ 50 w 50"/>
                  <a:gd name="T11" fmla="*/ 48 h 50"/>
                  <a:gd name="T12" fmla="*/ 2 w 50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50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26" y="4"/>
                      <a:pt x="46" y="24"/>
                      <a:pt x="46" y="48"/>
                    </a:cubicBezTo>
                    <a:cubicBezTo>
                      <a:pt x="46" y="49"/>
                      <a:pt x="47" y="50"/>
                      <a:pt x="48" y="50"/>
                    </a:cubicBezTo>
                    <a:cubicBezTo>
                      <a:pt x="49" y="50"/>
                      <a:pt x="50" y="49"/>
                      <a:pt x="50" y="48"/>
                    </a:cubicBezTo>
                    <a:cubicBezTo>
                      <a:pt x="50" y="22"/>
                      <a:pt x="28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Freeform 9">
                <a:extLst>
                  <a:ext uri="{FF2B5EF4-FFF2-40B4-BE49-F238E27FC236}">
                    <a16:creationId xmlns:a16="http://schemas.microsoft.com/office/drawing/2014/main" id="{FAE5F05F-3E1D-A403-920E-D8E1F1CA1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6250" y="2946401"/>
                <a:ext cx="127000" cy="128588"/>
              </a:xfrm>
              <a:custGeom>
                <a:avLst/>
                <a:gdLst>
                  <a:gd name="T0" fmla="*/ 2 w 34"/>
                  <a:gd name="T1" fmla="*/ 4 h 34"/>
                  <a:gd name="T2" fmla="*/ 30 w 34"/>
                  <a:gd name="T3" fmla="*/ 32 h 34"/>
                  <a:gd name="T4" fmla="*/ 32 w 34"/>
                  <a:gd name="T5" fmla="*/ 34 h 34"/>
                  <a:gd name="T6" fmla="*/ 34 w 34"/>
                  <a:gd name="T7" fmla="*/ 32 h 34"/>
                  <a:gd name="T8" fmla="*/ 2 w 34"/>
                  <a:gd name="T9" fmla="*/ 0 h 34"/>
                  <a:gd name="T10" fmla="*/ 0 w 34"/>
                  <a:gd name="T11" fmla="*/ 2 h 34"/>
                  <a:gd name="T12" fmla="*/ 2 w 34"/>
                  <a:gd name="T13" fmla="*/ 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4">
                    <a:moveTo>
                      <a:pt x="2" y="4"/>
                    </a:moveTo>
                    <a:cubicBezTo>
                      <a:pt x="17" y="4"/>
                      <a:pt x="30" y="17"/>
                      <a:pt x="30" y="32"/>
                    </a:cubicBezTo>
                    <a:cubicBezTo>
                      <a:pt x="30" y="33"/>
                      <a:pt x="31" y="34"/>
                      <a:pt x="32" y="34"/>
                    </a:cubicBezTo>
                    <a:cubicBezTo>
                      <a:pt x="33" y="34"/>
                      <a:pt x="34" y="33"/>
                      <a:pt x="34" y="32"/>
                    </a:cubicBezTo>
                    <a:cubicBezTo>
                      <a:pt x="34" y="14"/>
                      <a:pt x="20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Freeform 10">
                <a:extLst>
                  <a:ext uri="{FF2B5EF4-FFF2-40B4-BE49-F238E27FC236}">
                    <a16:creationId xmlns:a16="http://schemas.microsoft.com/office/drawing/2014/main" id="{4E7BF7D0-21C9-4624-D096-2C501DD06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6250" y="3006726"/>
                <a:ext cx="66675" cy="68263"/>
              </a:xfrm>
              <a:custGeom>
                <a:avLst/>
                <a:gdLst>
                  <a:gd name="T0" fmla="*/ 2 w 18"/>
                  <a:gd name="T1" fmla="*/ 4 h 18"/>
                  <a:gd name="T2" fmla="*/ 14 w 18"/>
                  <a:gd name="T3" fmla="*/ 16 h 18"/>
                  <a:gd name="T4" fmla="*/ 16 w 18"/>
                  <a:gd name="T5" fmla="*/ 18 h 18"/>
                  <a:gd name="T6" fmla="*/ 18 w 18"/>
                  <a:gd name="T7" fmla="*/ 16 h 18"/>
                  <a:gd name="T8" fmla="*/ 2 w 18"/>
                  <a:gd name="T9" fmla="*/ 0 h 18"/>
                  <a:gd name="T10" fmla="*/ 0 w 18"/>
                  <a:gd name="T11" fmla="*/ 2 h 18"/>
                  <a:gd name="T12" fmla="*/ 2 w 18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18">
                    <a:moveTo>
                      <a:pt x="2" y="4"/>
                    </a:moveTo>
                    <a:cubicBezTo>
                      <a:pt x="9" y="4"/>
                      <a:pt x="14" y="9"/>
                      <a:pt x="14" y="16"/>
                    </a:cubicBezTo>
                    <a:cubicBezTo>
                      <a:pt x="14" y="17"/>
                      <a:pt x="15" y="18"/>
                      <a:pt x="16" y="18"/>
                    </a:cubicBezTo>
                    <a:cubicBezTo>
                      <a:pt x="17" y="18"/>
                      <a:pt x="18" y="17"/>
                      <a:pt x="18" y="16"/>
                    </a:cubicBezTo>
                    <a:cubicBezTo>
                      <a:pt x="18" y="7"/>
                      <a:pt x="11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062BCD9-EA9D-980F-8F59-B8B00B1C0680}"/>
              </a:ext>
            </a:extLst>
          </p:cNvPr>
          <p:cNvGrpSpPr/>
          <p:nvPr userDrawn="1"/>
        </p:nvGrpSpPr>
        <p:grpSpPr>
          <a:xfrm>
            <a:off x="5414076" y="4979912"/>
            <a:ext cx="934605" cy="934605"/>
            <a:chOff x="5813571" y="4181019"/>
            <a:chExt cx="1078596" cy="1078596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6196551-7087-2B2A-45E7-1BD05D995DDC}"/>
                </a:ext>
              </a:extLst>
            </p:cNvPr>
            <p:cNvSpPr/>
            <p:nvPr/>
          </p:nvSpPr>
          <p:spPr>
            <a:xfrm>
              <a:off x="5813571" y="4181019"/>
              <a:ext cx="1078596" cy="1078596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1467D36-0232-ED99-A6F4-49C266885A49}"/>
                </a:ext>
              </a:extLst>
            </p:cNvPr>
            <p:cNvSpPr/>
            <p:nvPr/>
          </p:nvSpPr>
          <p:spPr>
            <a:xfrm>
              <a:off x="5927567" y="4295015"/>
              <a:ext cx="850604" cy="850604"/>
            </a:xfrm>
            <a:prstGeom prst="ellipse">
              <a:avLst/>
            </a:prstGeom>
            <a:solidFill>
              <a:srgbClr val="4472C4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23">
              <a:extLst>
                <a:ext uri="{FF2B5EF4-FFF2-40B4-BE49-F238E27FC236}">
                  <a16:creationId xmlns:a16="http://schemas.microsoft.com/office/drawing/2014/main" id="{D7D22380-E14B-FD4C-263C-C6EBC98206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2688" y="4539342"/>
              <a:ext cx="360363" cy="361950"/>
            </a:xfrm>
            <a:custGeom>
              <a:avLst/>
              <a:gdLst>
                <a:gd name="T0" fmla="*/ 92 w 96"/>
                <a:gd name="T1" fmla="*/ 26 h 96"/>
                <a:gd name="T2" fmla="*/ 68 w 96"/>
                <a:gd name="T3" fmla="*/ 26 h 96"/>
                <a:gd name="T4" fmla="*/ 64 w 96"/>
                <a:gd name="T5" fmla="*/ 38 h 96"/>
                <a:gd name="T6" fmla="*/ 40 w 96"/>
                <a:gd name="T7" fmla="*/ 30 h 96"/>
                <a:gd name="T8" fmla="*/ 36 w 96"/>
                <a:gd name="T9" fmla="*/ 14 h 96"/>
                <a:gd name="T10" fmla="*/ 20 w 96"/>
                <a:gd name="T11" fmla="*/ 2 h 96"/>
                <a:gd name="T12" fmla="*/ 16 w 96"/>
                <a:gd name="T13" fmla="*/ 12 h 96"/>
                <a:gd name="T14" fmla="*/ 4 w 96"/>
                <a:gd name="T15" fmla="*/ 28 h 96"/>
                <a:gd name="T16" fmla="*/ 0 w 96"/>
                <a:gd name="T17" fmla="*/ 94 h 96"/>
                <a:gd name="T18" fmla="*/ 12 w 96"/>
                <a:gd name="T19" fmla="*/ 86 h 96"/>
                <a:gd name="T20" fmla="*/ 24 w 96"/>
                <a:gd name="T21" fmla="*/ 86 h 96"/>
                <a:gd name="T22" fmla="*/ 76 w 96"/>
                <a:gd name="T23" fmla="*/ 86 h 96"/>
                <a:gd name="T24" fmla="*/ 88 w 96"/>
                <a:gd name="T25" fmla="*/ 86 h 96"/>
                <a:gd name="T26" fmla="*/ 96 w 96"/>
                <a:gd name="T27" fmla="*/ 94 h 96"/>
                <a:gd name="T28" fmla="*/ 14 w 96"/>
                <a:gd name="T29" fmla="*/ 20 h 96"/>
                <a:gd name="T30" fmla="*/ 26 w 96"/>
                <a:gd name="T31" fmla="*/ 24 h 96"/>
                <a:gd name="T32" fmla="*/ 14 w 96"/>
                <a:gd name="T33" fmla="*/ 20 h 96"/>
                <a:gd name="T34" fmla="*/ 8 w 96"/>
                <a:gd name="T35" fmla="*/ 78 h 96"/>
                <a:gd name="T36" fmla="*/ 32 w 96"/>
                <a:gd name="T37" fmla="*/ 78 h 96"/>
                <a:gd name="T38" fmla="*/ 10 w 96"/>
                <a:gd name="T39" fmla="*/ 72 h 96"/>
                <a:gd name="T40" fmla="*/ 30 w 96"/>
                <a:gd name="T41" fmla="*/ 68 h 96"/>
                <a:gd name="T42" fmla="*/ 30 w 96"/>
                <a:gd name="T43" fmla="*/ 64 h 96"/>
                <a:gd name="T44" fmla="*/ 10 w 96"/>
                <a:gd name="T45" fmla="*/ 60 h 96"/>
                <a:gd name="T46" fmla="*/ 30 w 96"/>
                <a:gd name="T47" fmla="*/ 64 h 96"/>
                <a:gd name="T48" fmla="*/ 8 w 96"/>
                <a:gd name="T49" fmla="*/ 54 h 96"/>
                <a:gd name="T50" fmla="*/ 32 w 96"/>
                <a:gd name="T51" fmla="*/ 54 h 96"/>
                <a:gd name="T52" fmla="*/ 10 w 96"/>
                <a:gd name="T53" fmla="*/ 48 h 96"/>
                <a:gd name="T54" fmla="*/ 30 w 96"/>
                <a:gd name="T55" fmla="*/ 44 h 96"/>
                <a:gd name="T56" fmla="*/ 30 w 96"/>
                <a:gd name="T57" fmla="*/ 40 h 96"/>
                <a:gd name="T58" fmla="*/ 10 w 96"/>
                <a:gd name="T59" fmla="*/ 36 h 96"/>
                <a:gd name="T60" fmla="*/ 30 w 96"/>
                <a:gd name="T61" fmla="*/ 40 h 96"/>
                <a:gd name="T62" fmla="*/ 44 w 96"/>
                <a:gd name="T63" fmla="*/ 78 h 96"/>
                <a:gd name="T64" fmla="*/ 60 w 96"/>
                <a:gd name="T65" fmla="*/ 78 h 96"/>
                <a:gd name="T66" fmla="*/ 46 w 96"/>
                <a:gd name="T67" fmla="*/ 72 h 96"/>
                <a:gd name="T68" fmla="*/ 58 w 96"/>
                <a:gd name="T69" fmla="*/ 68 h 96"/>
                <a:gd name="T70" fmla="*/ 58 w 96"/>
                <a:gd name="T71" fmla="*/ 64 h 96"/>
                <a:gd name="T72" fmla="*/ 46 w 96"/>
                <a:gd name="T73" fmla="*/ 60 h 96"/>
                <a:gd name="T74" fmla="*/ 58 w 96"/>
                <a:gd name="T75" fmla="*/ 64 h 96"/>
                <a:gd name="T76" fmla="*/ 72 w 96"/>
                <a:gd name="T77" fmla="*/ 78 h 96"/>
                <a:gd name="T78" fmla="*/ 88 w 96"/>
                <a:gd name="T79" fmla="*/ 78 h 96"/>
                <a:gd name="T80" fmla="*/ 74 w 96"/>
                <a:gd name="T81" fmla="*/ 72 h 96"/>
                <a:gd name="T82" fmla="*/ 86 w 96"/>
                <a:gd name="T83" fmla="*/ 68 h 96"/>
                <a:gd name="T84" fmla="*/ 86 w 96"/>
                <a:gd name="T85" fmla="*/ 64 h 96"/>
                <a:gd name="T86" fmla="*/ 74 w 96"/>
                <a:gd name="T87" fmla="*/ 60 h 96"/>
                <a:gd name="T88" fmla="*/ 86 w 96"/>
                <a:gd name="T89" fmla="*/ 64 h 96"/>
                <a:gd name="T90" fmla="*/ 72 w 96"/>
                <a:gd name="T91" fmla="*/ 54 h 96"/>
                <a:gd name="T92" fmla="*/ 88 w 96"/>
                <a:gd name="T93" fmla="*/ 54 h 96"/>
                <a:gd name="T94" fmla="*/ 74 w 96"/>
                <a:gd name="T95" fmla="*/ 48 h 96"/>
                <a:gd name="T96" fmla="*/ 86 w 96"/>
                <a:gd name="T97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" h="96">
                  <a:moveTo>
                    <a:pt x="94" y="36"/>
                  </a:moveTo>
                  <a:cubicBezTo>
                    <a:pt x="92" y="36"/>
                    <a:pt x="92" y="36"/>
                    <a:pt x="92" y="36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2" y="25"/>
                    <a:pt x="91" y="24"/>
                    <a:pt x="90" y="24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69" y="24"/>
                    <a:pt x="68" y="25"/>
                    <a:pt x="68" y="2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5" y="36"/>
                    <a:pt x="64" y="37"/>
                    <a:pt x="64" y="38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9"/>
                    <a:pt x="39" y="28"/>
                    <a:pt x="38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3"/>
                    <a:pt x="35" y="12"/>
                    <a:pt x="34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19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4" y="13"/>
                    <a:pt x="4" y="14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1" y="96"/>
                    <a:pt x="2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6"/>
                    <a:pt x="12" y="86"/>
                    <a:pt x="12" y="86"/>
                  </a:cubicBezTo>
                  <a:cubicBezTo>
                    <a:pt x="12" y="85"/>
                    <a:pt x="13" y="84"/>
                    <a:pt x="14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3" y="84"/>
                    <a:pt x="24" y="85"/>
                    <a:pt x="24" y="86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76" y="96"/>
                    <a:pt x="76" y="96"/>
                    <a:pt x="76" y="9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7" y="84"/>
                    <a:pt x="78" y="84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87" y="84"/>
                    <a:pt x="88" y="85"/>
                    <a:pt x="88" y="86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95" y="96"/>
                    <a:pt x="96" y="95"/>
                    <a:pt x="96" y="94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5" y="36"/>
                    <a:pt x="94" y="36"/>
                  </a:cubicBezTo>
                  <a:close/>
                  <a:moveTo>
                    <a:pt x="14" y="20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20"/>
                    <a:pt x="28" y="21"/>
                    <a:pt x="28" y="22"/>
                  </a:cubicBezTo>
                  <a:cubicBezTo>
                    <a:pt x="28" y="23"/>
                    <a:pt x="27" y="24"/>
                    <a:pt x="26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3" y="24"/>
                    <a:pt x="12" y="23"/>
                    <a:pt x="12" y="22"/>
                  </a:cubicBezTo>
                  <a:cubicBezTo>
                    <a:pt x="12" y="21"/>
                    <a:pt x="13" y="20"/>
                    <a:pt x="14" y="20"/>
                  </a:cubicBezTo>
                  <a:close/>
                  <a:moveTo>
                    <a:pt x="30" y="80"/>
                  </a:moveTo>
                  <a:cubicBezTo>
                    <a:pt x="10" y="80"/>
                    <a:pt x="10" y="80"/>
                    <a:pt x="10" y="80"/>
                  </a:cubicBezTo>
                  <a:cubicBezTo>
                    <a:pt x="9" y="80"/>
                    <a:pt x="8" y="79"/>
                    <a:pt x="8" y="78"/>
                  </a:cubicBezTo>
                  <a:cubicBezTo>
                    <a:pt x="8" y="77"/>
                    <a:pt x="9" y="76"/>
                    <a:pt x="1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31" y="76"/>
                    <a:pt x="32" y="77"/>
                    <a:pt x="32" y="78"/>
                  </a:cubicBezTo>
                  <a:cubicBezTo>
                    <a:pt x="32" y="79"/>
                    <a:pt x="31" y="80"/>
                    <a:pt x="30" y="80"/>
                  </a:cubicBezTo>
                  <a:close/>
                  <a:moveTo>
                    <a:pt x="30" y="72"/>
                  </a:moveTo>
                  <a:cubicBezTo>
                    <a:pt x="10" y="72"/>
                    <a:pt x="10" y="72"/>
                    <a:pt x="10" y="72"/>
                  </a:cubicBezTo>
                  <a:cubicBezTo>
                    <a:pt x="9" y="72"/>
                    <a:pt x="8" y="71"/>
                    <a:pt x="8" y="70"/>
                  </a:cubicBezTo>
                  <a:cubicBezTo>
                    <a:pt x="8" y="69"/>
                    <a:pt x="9" y="68"/>
                    <a:pt x="1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1" y="68"/>
                    <a:pt x="32" y="69"/>
                    <a:pt x="32" y="70"/>
                  </a:cubicBezTo>
                  <a:cubicBezTo>
                    <a:pt x="32" y="71"/>
                    <a:pt x="31" y="72"/>
                    <a:pt x="30" y="72"/>
                  </a:cubicBezTo>
                  <a:close/>
                  <a:moveTo>
                    <a:pt x="30" y="64"/>
                  </a:moveTo>
                  <a:cubicBezTo>
                    <a:pt x="10" y="64"/>
                    <a:pt x="10" y="64"/>
                    <a:pt x="10" y="64"/>
                  </a:cubicBezTo>
                  <a:cubicBezTo>
                    <a:pt x="9" y="64"/>
                    <a:pt x="8" y="63"/>
                    <a:pt x="8" y="62"/>
                  </a:cubicBezTo>
                  <a:cubicBezTo>
                    <a:pt x="8" y="61"/>
                    <a:pt x="9" y="60"/>
                    <a:pt x="10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31" y="60"/>
                    <a:pt x="32" y="61"/>
                    <a:pt x="32" y="62"/>
                  </a:cubicBezTo>
                  <a:cubicBezTo>
                    <a:pt x="32" y="63"/>
                    <a:pt x="31" y="64"/>
                    <a:pt x="30" y="64"/>
                  </a:cubicBezTo>
                  <a:close/>
                  <a:moveTo>
                    <a:pt x="30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9" y="56"/>
                    <a:pt x="8" y="55"/>
                    <a:pt x="8" y="54"/>
                  </a:cubicBezTo>
                  <a:cubicBezTo>
                    <a:pt x="8" y="53"/>
                    <a:pt x="9" y="52"/>
                    <a:pt x="1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1" y="52"/>
                    <a:pt x="32" y="53"/>
                    <a:pt x="32" y="54"/>
                  </a:cubicBezTo>
                  <a:cubicBezTo>
                    <a:pt x="32" y="55"/>
                    <a:pt x="31" y="56"/>
                    <a:pt x="30" y="56"/>
                  </a:cubicBezTo>
                  <a:close/>
                  <a:moveTo>
                    <a:pt x="3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9" y="48"/>
                    <a:pt x="8" y="47"/>
                    <a:pt x="8" y="46"/>
                  </a:cubicBezTo>
                  <a:cubicBezTo>
                    <a:pt x="8" y="45"/>
                    <a:pt x="9" y="44"/>
                    <a:pt x="10" y="44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2" y="45"/>
                    <a:pt x="32" y="46"/>
                  </a:cubicBezTo>
                  <a:cubicBezTo>
                    <a:pt x="32" y="47"/>
                    <a:pt x="31" y="48"/>
                    <a:pt x="30" y="48"/>
                  </a:cubicBezTo>
                  <a:close/>
                  <a:moveTo>
                    <a:pt x="30" y="40"/>
                  </a:moveTo>
                  <a:cubicBezTo>
                    <a:pt x="10" y="40"/>
                    <a:pt x="10" y="40"/>
                    <a:pt x="10" y="40"/>
                  </a:cubicBezTo>
                  <a:cubicBezTo>
                    <a:pt x="9" y="40"/>
                    <a:pt x="8" y="39"/>
                    <a:pt x="8" y="38"/>
                  </a:cubicBezTo>
                  <a:cubicBezTo>
                    <a:pt x="8" y="37"/>
                    <a:pt x="9" y="36"/>
                    <a:pt x="1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2" y="37"/>
                    <a:pt x="32" y="38"/>
                  </a:cubicBezTo>
                  <a:cubicBezTo>
                    <a:pt x="32" y="39"/>
                    <a:pt x="31" y="40"/>
                    <a:pt x="30" y="40"/>
                  </a:cubicBezTo>
                  <a:close/>
                  <a:moveTo>
                    <a:pt x="58" y="80"/>
                  </a:moveTo>
                  <a:cubicBezTo>
                    <a:pt x="46" y="80"/>
                    <a:pt x="46" y="80"/>
                    <a:pt x="46" y="80"/>
                  </a:cubicBezTo>
                  <a:cubicBezTo>
                    <a:pt x="45" y="80"/>
                    <a:pt x="44" y="79"/>
                    <a:pt x="44" y="78"/>
                  </a:cubicBezTo>
                  <a:cubicBezTo>
                    <a:pt x="44" y="77"/>
                    <a:pt x="45" y="76"/>
                    <a:pt x="46" y="76"/>
                  </a:cubicBezTo>
                  <a:cubicBezTo>
                    <a:pt x="58" y="76"/>
                    <a:pt x="58" y="76"/>
                    <a:pt x="58" y="76"/>
                  </a:cubicBezTo>
                  <a:cubicBezTo>
                    <a:pt x="59" y="76"/>
                    <a:pt x="60" y="77"/>
                    <a:pt x="60" y="78"/>
                  </a:cubicBezTo>
                  <a:cubicBezTo>
                    <a:pt x="60" y="79"/>
                    <a:pt x="59" y="80"/>
                    <a:pt x="58" y="80"/>
                  </a:cubicBezTo>
                  <a:close/>
                  <a:moveTo>
                    <a:pt x="58" y="72"/>
                  </a:move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4" y="71"/>
                    <a:pt x="44" y="70"/>
                  </a:cubicBezTo>
                  <a:cubicBezTo>
                    <a:pt x="44" y="69"/>
                    <a:pt x="45" y="68"/>
                    <a:pt x="46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59" y="68"/>
                    <a:pt x="60" y="69"/>
                    <a:pt x="60" y="70"/>
                  </a:cubicBezTo>
                  <a:cubicBezTo>
                    <a:pt x="60" y="71"/>
                    <a:pt x="59" y="72"/>
                    <a:pt x="58" y="72"/>
                  </a:cubicBezTo>
                  <a:close/>
                  <a:moveTo>
                    <a:pt x="58" y="64"/>
                  </a:moveTo>
                  <a:cubicBezTo>
                    <a:pt x="46" y="64"/>
                    <a:pt x="46" y="64"/>
                    <a:pt x="46" y="64"/>
                  </a:cubicBezTo>
                  <a:cubicBezTo>
                    <a:pt x="45" y="64"/>
                    <a:pt x="44" y="63"/>
                    <a:pt x="44" y="62"/>
                  </a:cubicBezTo>
                  <a:cubicBezTo>
                    <a:pt x="44" y="61"/>
                    <a:pt x="45" y="60"/>
                    <a:pt x="46" y="60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59" y="60"/>
                    <a:pt x="60" y="61"/>
                    <a:pt x="60" y="62"/>
                  </a:cubicBezTo>
                  <a:cubicBezTo>
                    <a:pt x="60" y="63"/>
                    <a:pt x="59" y="64"/>
                    <a:pt x="58" y="64"/>
                  </a:cubicBezTo>
                  <a:close/>
                  <a:moveTo>
                    <a:pt x="86" y="80"/>
                  </a:moveTo>
                  <a:cubicBezTo>
                    <a:pt x="74" y="80"/>
                    <a:pt x="74" y="80"/>
                    <a:pt x="74" y="80"/>
                  </a:cubicBezTo>
                  <a:cubicBezTo>
                    <a:pt x="73" y="80"/>
                    <a:pt x="72" y="79"/>
                    <a:pt x="72" y="78"/>
                  </a:cubicBezTo>
                  <a:cubicBezTo>
                    <a:pt x="72" y="77"/>
                    <a:pt x="73" y="76"/>
                    <a:pt x="74" y="76"/>
                  </a:cubicBezTo>
                  <a:cubicBezTo>
                    <a:pt x="86" y="76"/>
                    <a:pt x="86" y="76"/>
                    <a:pt x="86" y="76"/>
                  </a:cubicBezTo>
                  <a:cubicBezTo>
                    <a:pt x="87" y="76"/>
                    <a:pt x="88" y="77"/>
                    <a:pt x="88" y="78"/>
                  </a:cubicBezTo>
                  <a:cubicBezTo>
                    <a:pt x="88" y="79"/>
                    <a:pt x="87" y="80"/>
                    <a:pt x="86" y="80"/>
                  </a:cubicBezTo>
                  <a:close/>
                  <a:moveTo>
                    <a:pt x="86" y="72"/>
                  </a:moveTo>
                  <a:cubicBezTo>
                    <a:pt x="74" y="72"/>
                    <a:pt x="74" y="72"/>
                    <a:pt x="74" y="72"/>
                  </a:cubicBezTo>
                  <a:cubicBezTo>
                    <a:pt x="73" y="72"/>
                    <a:pt x="72" y="71"/>
                    <a:pt x="72" y="70"/>
                  </a:cubicBezTo>
                  <a:cubicBezTo>
                    <a:pt x="72" y="69"/>
                    <a:pt x="73" y="68"/>
                    <a:pt x="74" y="68"/>
                  </a:cubicBezTo>
                  <a:cubicBezTo>
                    <a:pt x="86" y="68"/>
                    <a:pt x="86" y="68"/>
                    <a:pt x="86" y="68"/>
                  </a:cubicBezTo>
                  <a:cubicBezTo>
                    <a:pt x="87" y="68"/>
                    <a:pt x="88" y="69"/>
                    <a:pt x="88" y="70"/>
                  </a:cubicBezTo>
                  <a:cubicBezTo>
                    <a:pt x="88" y="71"/>
                    <a:pt x="87" y="72"/>
                    <a:pt x="86" y="72"/>
                  </a:cubicBezTo>
                  <a:close/>
                  <a:moveTo>
                    <a:pt x="86" y="64"/>
                  </a:moveTo>
                  <a:cubicBezTo>
                    <a:pt x="74" y="64"/>
                    <a:pt x="74" y="64"/>
                    <a:pt x="74" y="64"/>
                  </a:cubicBezTo>
                  <a:cubicBezTo>
                    <a:pt x="73" y="64"/>
                    <a:pt x="72" y="63"/>
                    <a:pt x="72" y="62"/>
                  </a:cubicBezTo>
                  <a:cubicBezTo>
                    <a:pt x="72" y="61"/>
                    <a:pt x="73" y="60"/>
                    <a:pt x="74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7" y="60"/>
                    <a:pt x="88" y="61"/>
                    <a:pt x="88" y="62"/>
                  </a:cubicBezTo>
                  <a:cubicBezTo>
                    <a:pt x="88" y="63"/>
                    <a:pt x="87" y="64"/>
                    <a:pt x="86" y="64"/>
                  </a:cubicBezTo>
                  <a:close/>
                  <a:moveTo>
                    <a:pt x="86" y="56"/>
                  </a:moveTo>
                  <a:cubicBezTo>
                    <a:pt x="74" y="56"/>
                    <a:pt x="74" y="56"/>
                    <a:pt x="74" y="56"/>
                  </a:cubicBezTo>
                  <a:cubicBezTo>
                    <a:pt x="73" y="56"/>
                    <a:pt x="72" y="55"/>
                    <a:pt x="72" y="54"/>
                  </a:cubicBezTo>
                  <a:cubicBezTo>
                    <a:pt x="72" y="53"/>
                    <a:pt x="73" y="52"/>
                    <a:pt x="74" y="52"/>
                  </a:cubicBezTo>
                  <a:cubicBezTo>
                    <a:pt x="86" y="52"/>
                    <a:pt x="86" y="52"/>
                    <a:pt x="86" y="52"/>
                  </a:cubicBezTo>
                  <a:cubicBezTo>
                    <a:pt x="87" y="52"/>
                    <a:pt x="88" y="53"/>
                    <a:pt x="88" y="54"/>
                  </a:cubicBezTo>
                  <a:cubicBezTo>
                    <a:pt x="88" y="55"/>
                    <a:pt x="87" y="56"/>
                    <a:pt x="86" y="56"/>
                  </a:cubicBezTo>
                  <a:close/>
                  <a:moveTo>
                    <a:pt x="86" y="48"/>
                  </a:moveTo>
                  <a:cubicBezTo>
                    <a:pt x="74" y="48"/>
                    <a:pt x="74" y="48"/>
                    <a:pt x="74" y="48"/>
                  </a:cubicBezTo>
                  <a:cubicBezTo>
                    <a:pt x="73" y="48"/>
                    <a:pt x="72" y="47"/>
                    <a:pt x="72" y="46"/>
                  </a:cubicBezTo>
                  <a:cubicBezTo>
                    <a:pt x="72" y="45"/>
                    <a:pt x="73" y="44"/>
                    <a:pt x="74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8" y="45"/>
                    <a:pt x="88" y="46"/>
                  </a:cubicBezTo>
                  <a:cubicBezTo>
                    <a:pt x="88" y="47"/>
                    <a:pt x="87" y="48"/>
                    <a:pt x="86" y="48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4" name="Oval 83">
            <a:extLst>
              <a:ext uri="{FF2B5EF4-FFF2-40B4-BE49-F238E27FC236}">
                <a16:creationId xmlns:a16="http://schemas.microsoft.com/office/drawing/2014/main" id="{F310A71E-5685-3797-6751-5BEE47DEC70E}"/>
              </a:ext>
            </a:extLst>
          </p:cNvPr>
          <p:cNvSpPr/>
          <p:nvPr userDrawn="1"/>
        </p:nvSpPr>
        <p:spPr>
          <a:xfrm>
            <a:off x="5414076" y="3693892"/>
            <a:ext cx="934605" cy="934605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BDF4291-DD49-D840-C359-2244DA4E155F}"/>
              </a:ext>
            </a:extLst>
          </p:cNvPr>
          <p:cNvSpPr/>
          <p:nvPr userDrawn="1"/>
        </p:nvSpPr>
        <p:spPr>
          <a:xfrm>
            <a:off x="5512856" y="3792670"/>
            <a:ext cx="737049" cy="737049"/>
          </a:xfrm>
          <a:prstGeom prst="ellipse">
            <a:avLst/>
          </a:prstGeom>
          <a:solidFill>
            <a:srgbClr val="4472C4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3661530-F41D-3060-7B3C-3E4CCF0C92A4}"/>
              </a:ext>
            </a:extLst>
          </p:cNvPr>
          <p:cNvGrpSpPr/>
          <p:nvPr userDrawn="1"/>
        </p:nvGrpSpPr>
        <p:grpSpPr>
          <a:xfrm>
            <a:off x="5711530" y="3984334"/>
            <a:ext cx="339703" cy="353727"/>
            <a:chOff x="3390900" y="723900"/>
            <a:chExt cx="346075" cy="360363"/>
          </a:xfrm>
          <a:solidFill>
            <a:sysClr val="window" lastClr="FFFFFF"/>
          </a:solidFill>
        </p:grpSpPr>
        <p:sp>
          <p:nvSpPr>
            <p:cNvPr id="87" name="Freeform 252">
              <a:extLst>
                <a:ext uri="{FF2B5EF4-FFF2-40B4-BE49-F238E27FC236}">
                  <a16:creationId xmlns:a16="http://schemas.microsoft.com/office/drawing/2014/main" id="{14551ADF-83B9-E02B-E3EA-68335B631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0" y="1023938"/>
              <a:ext cx="346075" cy="60325"/>
            </a:xfrm>
            <a:custGeom>
              <a:avLst/>
              <a:gdLst>
                <a:gd name="T0" fmla="*/ 90 w 92"/>
                <a:gd name="T1" fmla="*/ 12 h 16"/>
                <a:gd name="T2" fmla="*/ 48 w 92"/>
                <a:gd name="T3" fmla="*/ 12 h 16"/>
                <a:gd name="T4" fmla="*/ 48 w 92"/>
                <a:gd name="T5" fmla="*/ 0 h 16"/>
                <a:gd name="T6" fmla="*/ 44 w 92"/>
                <a:gd name="T7" fmla="*/ 0 h 16"/>
                <a:gd name="T8" fmla="*/ 44 w 92"/>
                <a:gd name="T9" fmla="*/ 12 h 16"/>
                <a:gd name="T10" fmla="*/ 2 w 92"/>
                <a:gd name="T11" fmla="*/ 12 h 16"/>
                <a:gd name="T12" fmla="*/ 0 w 92"/>
                <a:gd name="T13" fmla="*/ 14 h 16"/>
                <a:gd name="T14" fmla="*/ 2 w 92"/>
                <a:gd name="T15" fmla="*/ 16 h 16"/>
                <a:gd name="T16" fmla="*/ 90 w 92"/>
                <a:gd name="T17" fmla="*/ 16 h 16"/>
                <a:gd name="T18" fmla="*/ 92 w 92"/>
                <a:gd name="T19" fmla="*/ 14 h 16"/>
                <a:gd name="T20" fmla="*/ 90 w 92"/>
                <a:gd name="T2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6">
                  <a:moveTo>
                    <a:pt x="90" y="12"/>
                  </a:moveTo>
                  <a:cubicBezTo>
                    <a:pt x="48" y="12"/>
                    <a:pt x="48" y="12"/>
                    <a:pt x="48" y="1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90" y="16"/>
                    <a:pt x="90" y="16"/>
                    <a:pt x="90" y="16"/>
                  </a:cubicBezTo>
                  <a:cubicBezTo>
                    <a:pt x="91" y="16"/>
                    <a:pt x="92" y="15"/>
                    <a:pt x="92" y="14"/>
                  </a:cubicBezTo>
                  <a:cubicBezTo>
                    <a:pt x="92" y="13"/>
                    <a:pt x="91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253">
              <a:extLst>
                <a:ext uri="{FF2B5EF4-FFF2-40B4-BE49-F238E27FC236}">
                  <a16:creationId xmlns:a16="http://schemas.microsoft.com/office/drawing/2014/main" id="{0CDC510C-F680-5CCB-B8AC-ADA5DFEC1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063" y="874713"/>
              <a:ext cx="87313" cy="44450"/>
            </a:xfrm>
            <a:custGeom>
              <a:avLst/>
              <a:gdLst>
                <a:gd name="T0" fmla="*/ 21 w 23"/>
                <a:gd name="T1" fmla="*/ 0 h 12"/>
                <a:gd name="T2" fmla="*/ 0 w 23"/>
                <a:gd name="T3" fmla="*/ 0 h 12"/>
                <a:gd name="T4" fmla="*/ 3 w 23"/>
                <a:gd name="T5" fmla="*/ 12 h 12"/>
                <a:gd name="T6" fmla="*/ 23 w 23"/>
                <a:gd name="T7" fmla="*/ 12 h 12"/>
                <a:gd name="T8" fmla="*/ 21 w 2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2">
                  <a:moveTo>
                    <a:pt x="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4"/>
                    <a:pt x="1" y="8"/>
                    <a:pt x="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2" y="8"/>
                    <a:pt x="21" y="4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254">
              <a:extLst>
                <a:ext uri="{FF2B5EF4-FFF2-40B4-BE49-F238E27FC236}">
                  <a16:creationId xmlns:a16="http://schemas.microsoft.com/office/drawing/2014/main" id="{35BAF6D7-4B09-BD68-80C7-F26DDBA95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600" y="739775"/>
              <a:ext cx="68263" cy="44450"/>
            </a:xfrm>
            <a:custGeom>
              <a:avLst/>
              <a:gdLst>
                <a:gd name="T0" fmla="*/ 8 w 18"/>
                <a:gd name="T1" fmla="*/ 0 h 12"/>
                <a:gd name="T2" fmla="*/ 0 w 18"/>
                <a:gd name="T3" fmla="*/ 12 h 12"/>
                <a:gd name="T4" fmla="*/ 18 w 18"/>
                <a:gd name="T5" fmla="*/ 12 h 12"/>
                <a:gd name="T6" fmla="*/ 10 w 18"/>
                <a:gd name="T7" fmla="*/ 0 h 12"/>
                <a:gd name="T8" fmla="*/ 8 w 1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2">
                  <a:moveTo>
                    <a:pt x="8" y="0"/>
                  </a:moveTo>
                  <a:cubicBezTo>
                    <a:pt x="5" y="4"/>
                    <a:pt x="2" y="8"/>
                    <a:pt x="0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6" y="8"/>
                    <a:pt x="13" y="4"/>
                    <a:pt x="10" y="0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 255">
              <a:extLst>
                <a:ext uri="{FF2B5EF4-FFF2-40B4-BE49-F238E27FC236}">
                  <a16:creationId xmlns:a16="http://schemas.microsoft.com/office/drawing/2014/main" id="{B7F34AC9-06EB-134D-0C17-D2665741C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088" y="874713"/>
              <a:ext cx="85725" cy="44450"/>
            </a:xfrm>
            <a:custGeom>
              <a:avLst/>
              <a:gdLst>
                <a:gd name="T0" fmla="*/ 23 w 23"/>
                <a:gd name="T1" fmla="*/ 0 h 12"/>
                <a:gd name="T2" fmla="*/ 2 w 23"/>
                <a:gd name="T3" fmla="*/ 0 h 12"/>
                <a:gd name="T4" fmla="*/ 0 w 23"/>
                <a:gd name="T5" fmla="*/ 12 h 12"/>
                <a:gd name="T6" fmla="*/ 20 w 23"/>
                <a:gd name="T7" fmla="*/ 12 h 12"/>
                <a:gd name="T8" fmla="*/ 23 w 2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2">
                  <a:moveTo>
                    <a:pt x="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2" y="8"/>
                    <a:pt x="23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 256">
              <a:extLst>
                <a:ext uri="{FF2B5EF4-FFF2-40B4-BE49-F238E27FC236}">
                  <a16:creationId xmlns:a16="http://schemas.microsoft.com/office/drawing/2014/main" id="{5AA68E3C-B450-60FA-C5D0-3113FDDA9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550" y="874713"/>
              <a:ext cx="104775" cy="44450"/>
            </a:xfrm>
            <a:custGeom>
              <a:avLst/>
              <a:gdLst>
                <a:gd name="T0" fmla="*/ 0 w 28"/>
                <a:gd name="T1" fmla="*/ 0 h 12"/>
                <a:gd name="T2" fmla="*/ 3 w 28"/>
                <a:gd name="T3" fmla="*/ 12 h 12"/>
                <a:gd name="T4" fmla="*/ 25 w 28"/>
                <a:gd name="T5" fmla="*/ 12 h 12"/>
                <a:gd name="T6" fmla="*/ 28 w 28"/>
                <a:gd name="T7" fmla="*/ 0 h 12"/>
                <a:gd name="T8" fmla="*/ 0 w 2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2">
                  <a:moveTo>
                    <a:pt x="0" y="0"/>
                  </a:moveTo>
                  <a:cubicBezTo>
                    <a:pt x="1" y="4"/>
                    <a:pt x="2" y="8"/>
                    <a:pt x="3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8"/>
                    <a:pt x="27" y="4"/>
                    <a:pt x="28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 257">
              <a:extLst>
                <a:ext uri="{FF2B5EF4-FFF2-40B4-BE49-F238E27FC236}">
                  <a16:creationId xmlns:a16="http://schemas.microsoft.com/office/drawing/2014/main" id="{166F56BB-4C74-975E-692D-B37073902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550" y="798513"/>
              <a:ext cx="104775" cy="60325"/>
            </a:xfrm>
            <a:custGeom>
              <a:avLst/>
              <a:gdLst>
                <a:gd name="T0" fmla="*/ 28 w 28"/>
                <a:gd name="T1" fmla="*/ 16 h 16"/>
                <a:gd name="T2" fmla="*/ 25 w 28"/>
                <a:gd name="T3" fmla="*/ 0 h 16"/>
                <a:gd name="T4" fmla="*/ 3 w 28"/>
                <a:gd name="T5" fmla="*/ 0 h 16"/>
                <a:gd name="T6" fmla="*/ 0 w 28"/>
                <a:gd name="T7" fmla="*/ 16 h 16"/>
                <a:gd name="T8" fmla="*/ 28 w 28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28" y="16"/>
                  </a:moveTo>
                  <a:cubicBezTo>
                    <a:pt x="28" y="11"/>
                    <a:pt x="27" y="5"/>
                    <a:pt x="2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5"/>
                    <a:pt x="0" y="11"/>
                    <a:pt x="0" y="16"/>
                  </a:cubicBezTo>
                  <a:lnTo>
                    <a:pt x="2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 258">
              <a:extLst>
                <a:ext uri="{FF2B5EF4-FFF2-40B4-BE49-F238E27FC236}">
                  <a16:creationId xmlns:a16="http://schemas.microsoft.com/office/drawing/2014/main" id="{9296F557-FE8C-AFB1-CAD0-5BCA02433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7425" y="935038"/>
              <a:ext cx="74613" cy="58738"/>
            </a:xfrm>
            <a:custGeom>
              <a:avLst/>
              <a:gdLst>
                <a:gd name="T0" fmla="*/ 11 w 20"/>
                <a:gd name="T1" fmla="*/ 16 h 16"/>
                <a:gd name="T2" fmla="*/ 20 w 20"/>
                <a:gd name="T3" fmla="*/ 0 h 16"/>
                <a:gd name="T4" fmla="*/ 0 w 20"/>
                <a:gd name="T5" fmla="*/ 0 h 16"/>
                <a:gd name="T6" fmla="*/ 9 w 20"/>
                <a:gd name="T7" fmla="*/ 16 h 16"/>
                <a:gd name="T8" fmla="*/ 11 w 20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6">
                  <a:moveTo>
                    <a:pt x="11" y="16"/>
                  </a:moveTo>
                  <a:cubicBezTo>
                    <a:pt x="14" y="11"/>
                    <a:pt x="17" y="5"/>
                    <a:pt x="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5"/>
                    <a:pt x="6" y="11"/>
                    <a:pt x="9" y="16"/>
                  </a:cubicBezTo>
                  <a:lnTo>
                    <a:pt x="11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259">
              <a:extLst>
                <a:ext uri="{FF2B5EF4-FFF2-40B4-BE49-F238E27FC236}">
                  <a16:creationId xmlns:a16="http://schemas.microsoft.com/office/drawing/2014/main" id="{35BDA3E2-D58E-4FA4-91A3-F9D1938EC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063" y="798513"/>
              <a:ext cx="87313" cy="60325"/>
            </a:xfrm>
            <a:custGeom>
              <a:avLst/>
              <a:gdLst>
                <a:gd name="T0" fmla="*/ 0 w 23"/>
                <a:gd name="T1" fmla="*/ 16 h 16"/>
                <a:gd name="T2" fmla="*/ 20 w 23"/>
                <a:gd name="T3" fmla="*/ 16 h 16"/>
                <a:gd name="T4" fmla="*/ 23 w 23"/>
                <a:gd name="T5" fmla="*/ 0 h 16"/>
                <a:gd name="T6" fmla="*/ 4 w 23"/>
                <a:gd name="T7" fmla="*/ 0 h 16"/>
                <a:gd name="T8" fmla="*/ 0 w 2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0" y="16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1"/>
                    <a:pt x="21" y="5"/>
                    <a:pt x="2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5"/>
                    <a:pt x="0" y="10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 260">
              <a:extLst>
                <a:ext uri="{FF2B5EF4-FFF2-40B4-BE49-F238E27FC236}">
                  <a16:creationId xmlns:a16="http://schemas.microsoft.com/office/drawing/2014/main" id="{FD44F2CE-2FB1-E182-652A-FE575EAAB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088" y="798513"/>
              <a:ext cx="85725" cy="60325"/>
            </a:xfrm>
            <a:custGeom>
              <a:avLst/>
              <a:gdLst>
                <a:gd name="T0" fmla="*/ 0 w 23"/>
                <a:gd name="T1" fmla="*/ 0 h 16"/>
                <a:gd name="T2" fmla="*/ 3 w 23"/>
                <a:gd name="T3" fmla="*/ 16 h 16"/>
                <a:gd name="T4" fmla="*/ 23 w 23"/>
                <a:gd name="T5" fmla="*/ 16 h 16"/>
                <a:gd name="T6" fmla="*/ 19 w 23"/>
                <a:gd name="T7" fmla="*/ 0 h 16"/>
                <a:gd name="T8" fmla="*/ 0 w 23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6">
                  <a:moveTo>
                    <a:pt x="0" y="0"/>
                  </a:moveTo>
                  <a:cubicBezTo>
                    <a:pt x="2" y="5"/>
                    <a:pt x="3" y="11"/>
                    <a:pt x="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0"/>
                    <a:pt x="21" y="5"/>
                    <a:pt x="1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261">
              <a:extLst>
                <a:ext uri="{FF2B5EF4-FFF2-40B4-BE49-F238E27FC236}">
                  <a16:creationId xmlns:a16="http://schemas.microsoft.com/office/drawing/2014/main" id="{EC4BC151-3328-3FB3-FEFF-94FF1F9B4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050" y="935038"/>
              <a:ext cx="112713" cy="74613"/>
            </a:xfrm>
            <a:custGeom>
              <a:avLst/>
              <a:gdLst>
                <a:gd name="T0" fmla="*/ 11 w 30"/>
                <a:gd name="T1" fmla="*/ 0 h 20"/>
                <a:gd name="T2" fmla="*/ 0 w 30"/>
                <a:gd name="T3" fmla="*/ 19 h 20"/>
                <a:gd name="T4" fmla="*/ 0 w 30"/>
                <a:gd name="T5" fmla="*/ 20 h 20"/>
                <a:gd name="T6" fmla="*/ 30 w 30"/>
                <a:gd name="T7" fmla="*/ 0 h 20"/>
                <a:gd name="T8" fmla="*/ 11 w 30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0">
                  <a:moveTo>
                    <a:pt x="11" y="0"/>
                  </a:moveTo>
                  <a:cubicBezTo>
                    <a:pt x="8" y="6"/>
                    <a:pt x="5" y="13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3" y="19"/>
                    <a:pt x="24" y="11"/>
                    <a:pt x="30" y="0"/>
                  </a:cubicBez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262">
              <a:extLst>
                <a:ext uri="{FF2B5EF4-FFF2-40B4-BE49-F238E27FC236}">
                  <a16:creationId xmlns:a16="http://schemas.microsoft.com/office/drawing/2014/main" id="{E2D3C6B1-6ED9-9B85-1D00-4CCD6FF7D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935038"/>
              <a:ext cx="112713" cy="74613"/>
            </a:xfrm>
            <a:custGeom>
              <a:avLst/>
              <a:gdLst>
                <a:gd name="T0" fmla="*/ 30 w 30"/>
                <a:gd name="T1" fmla="*/ 19 h 20"/>
                <a:gd name="T2" fmla="*/ 19 w 30"/>
                <a:gd name="T3" fmla="*/ 0 h 20"/>
                <a:gd name="T4" fmla="*/ 0 w 30"/>
                <a:gd name="T5" fmla="*/ 0 h 20"/>
                <a:gd name="T6" fmla="*/ 30 w 30"/>
                <a:gd name="T7" fmla="*/ 20 h 20"/>
                <a:gd name="T8" fmla="*/ 30 w 30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0">
                  <a:moveTo>
                    <a:pt x="30" y="19"/>
                  </a:moveTo>
                  <a:cubicBezTo>
                    <a:pt x="25" y="13"/>
                    <a:pt x="22" y="6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1"/>
                    <a:pt x="17" y="19"/>
                    <a:pt x="30" y="20"/>
                  </a:cubicBezTo>
                  <a:lnTo>
                    <a:pt x="3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263">
              <a:extLst>
                <a:ext uri="{FF2B5EF4-FFF2-40B4-BE49-F238E27FC236}">
                  <a16:creationId xmlns:a16="http://schemas.microsoft.com/office/drawing/2014/main" id="{4823216B-92C4-8ECC-886D-6933DDC71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050" y="723900"/>
              <a:ext cx="104775" cy="60325"/>
            </a:xfrm>
            <a:custGeom>
              <a:avLst/>
              <a:gdLst>
                <a:gd name="T0" fmla="*/ 18 w 28"/>
                <a:gd name="T1" fmla="*/ 16 h 16"/>
                <a:gd name="T2" fmla="*/ 28 w 28"/>
                <a:gd name="T3" fmla="*/ 1 h 16"/>
                <a:gd name="T4" fmla="*/ 28 w 28"/>
                <a:gd name="T5" fmla="*/ 0 h 16"/>
                <a:gd name="T6" fmla="*/ 0 w 28"/>
                <a:gd name="T7" fmla="*/ 16 h 16"/>
                <a:gd name="T8" fmla="*/ 18 w 28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18" y="16"/>
                  </a:moveTo>
                  <a:cubicBezTo>
                    <a:pt x="20" y="11"/>
                    <a:pt x="24" y="5"/>
                    <a:pt x="28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6" y="1"/>
                    <a:pt x="6" y="7"/>
                    <a:pt x="0" y="16"/>
                  </a:cubicBezTo>
                  <a:lnTo>
                    <a:pt x="1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264">
              <a:extLst>
                <a:ext uri="{FF2B5EF4-FFF2-40B4-BE49-F238E27FC236}">
                  <a16:creationId xmlns:a16="http://schemas.microsoft.com/office/drawing/2014/main" id="{3DC1711D-AAD4-B7BA-5500-CD0F5C0C5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050" y="723900"/>
              <a:ext cx="106363" cy="60325"/>
            </a:xfrm>
            <a:custGeom>
              <a:avLst/>
              <a:gdLst>
                <a:gd name="T0" fmla="*/ 0 w 28"/>
                <a:gd name="T1" fmla="*/ 1 h 16"/>
                <a:gd name="T2" fmla="*/ 10 w 28"/>
                <a:gd name="T3" fmla="*/ 16 h 16"/>
                <a:gd name="T4" fmla="*/ 28 w 28"/>
                <a:gd name="T5" fmla="*/ 16 h 16"/>
                <a:gd name="T6" fmla="*/ 0 w 28"/>
                <a:gd name="T7" fmla="*/ 0 h 16"/>
                <a:gd name="T8" fmla="*/ 0 w 28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0" y="1"/>
                  </a:moveTo>
                  <a:cubicBezTo>
                    <a:pt x="4" y="5"/>
                    <a:pt x="8" y="11"/>
                    <a:pt x="10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2" y="7"/>
                    <a:pt x="11" y="1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60BA9FF-5E86-4432-8CF9-8DB08535CB20}"/>
              </a:ext>
            </a:extLst>
          </p:cNvPr>
          <p:cNvGrpSpPr/>
          <p:nvPr userDrawn="1"/>
        </p:nvGrpSpPr>
        <p:grpSpPr>
          <a:xfrm>
            <a:off x="6646657" y="1262464"/>
            <a:ext cx="3707575" cy="657706"/>
            <a:chOff x="6284974" y="1299468"/>
            <a:chExt cx="7623903" cy="873882"/>
          </a:xfrm>
        </p:grpSpPr>
        <p:sp>
          <p:nvSpPr>
            <p:cNvPr id="101" name="Content Placeholder 2">
              <a:extLst>
                <a:ext uri="{FF2B5EF4-FFF2-40B4-BE49-F238E27FC236}">
                  <a16:creationId xmlns:a16="http://schemas.microsoft.com/office/drawing/2014/main" id="{1CD6AC42-52EF-2C48-612D-2FD7616BC093}"/>
                </a:ext>
              </a:extLst>
            </p:cNvPr>
            <p:cNvSpPr txBox="1">
              <a:spLocks/>
            </p:cNvSpPr>
            <p:nvPr/>
          </p:nvSpPr>
          <p:spPr>
            <a:xfrm>
              <a:off x="6284974" y="1805306"/>
              <a:ext cx="7623903" cy="36804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kris.huber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@MIND-Technology.com</a:t>
              </a:r>
            </a:p>
          </p:txBody>
        </p:sp>
        <p:sp>
          <p:nvSpPr>
            <p:cNvPr id="102" name="Content Placeholder 2">
              <a:extLst>
                <a:ext uri="{FF2B5EF4-FFF2-40B4-BE49-F238E27FC236}">
                  <a16:creationId xmlns:a16="http://schemas.microsoft.com/office/drawing/2014/main" id="{54CF12D3-54CF-BEF5-5DE5-08C5C33F696E}"/>
                </a:ext>
              </a:extLst>
            </p:cNvPr>
            <p:cNvSpPr txBox="1">
              <a:spLocks/>
            </p:cNvSpPr>
            <p:nvPr/>
          </p:nvSpPr>
          <p:spPr>
            <a:xfrm>
              <a:off x="6284976" y="1299468"/>
              <a:ext cx="5449824" cy="40893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sz="2000" b="0" i="0" u="none" strike="noStrike" kern="1200" spc="0" baseline="0">
                  <a:solidFill>
                    <a:srgbClr val="102747"/>
                  </a:solidFill>
                  <a:latin typeface="+mn-lt"/>
                  <a:ea typeface="+mn-ea"/>
                  <a:cs typeface="+mn-cs"/>
                </a:defRPr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Email</a:t>
              </a:r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7029960-858E-70AD-59EB-39F3E5A2F762}"/>
                </a:ext>
              </a:extLst>
            </p:cNvPr>
            <p:cNvCxnSpPr>
              <a:cxnSpLocks/>
            </p:cNvCxnSpPr>
            <p:nvPr/>
          </p:nvCxnSpPr>
          <p:spPr>
            <a:xfrm>
              <a:off x="6284976" y="1756857"/>
              <a:ext cx="5449824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66EB37B-F548-6F66-8FA8-CD18799ECE15}"/>
              </a:ext>
            </a:extLst>
          </p:cNvPr>
          <p:cNvGrpSpPr/>
          <p:nvPr userDrawn="1"/>
        </p:nvGrpSpPr>
        <p:grpSpPr>
          <a:xfrm>
            <a:off x="6646655" y="2400235"/>
            <a:ext cx="2650300" cy="657706"/>
            <a:chOff x="6284976" y="1299466"/>
            <a:chExt cx="5449824" cy="873884"/>
          </a:xfrm>
        </p:grpSpPr>
        <p:sp>
          <p:nvSpPr>
            <p:cNvPr id="105" name="Content Placeholder 2">
              <a:extLst>
                <a:ext uri="{FF2B5EF4-FFF2-40B4-BE49-F238E27FC236}">
                  <a16:creationId xmlns:a16="http://schemas.microsoft.com/office/drawing/2014/main" id="{AA8E103D-1D7C-F79B-676C-F9F0BFB48E6E}"/>
                </a:ext>
              </a:extLst>
            </p:cNvPr>
            <p:cNvSpPr txBox="1">
              <a:spLocks/>
            </p:cNvSpPr>
            <p:nvPr/>
          </p:nvSpPr>
          <p:spPr>
            <a:xfrm>
              <a:off x="6284976" y="1805306"/>
              <a:ext cx="5449824" cy="368044"/>
            </a:xfrm>
            <a:prstGeom prst="rect">
              <a:avLst/>
            </a:prstGeom>
          </p:spPr>
          <p:txBody>
            <a:bodyPr vert="horz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647.628.8610 Mobile</a:t>
              </a:r>
            </a:p>
          </p:txBody>
        </p:sp>
        <p:sp>
          <p:nvSpPr>
            <p:cNvPr id="106" name="Content Placeholder 2">
              <a:extLst>
                <a:ext uri="{FF2B5EF4-FFF2-40B4-BE49-F238E27FC236}">
                  <a16:creationId xmlns:a16="http://schemas.microsoft.com/office/drawing/2014/main" id="{B17E7017-8ED2-E75D-9E7E-AEB91DF4C144}"/>
                </a:ext>
              </a:extLst>
            </p:cNvPr>
            <p:cNvSpPr txBox="1">
              <a:spLocks/>
            </p:cNvSpPr>
            <p:nvPr/>
          </p:nvSpPr>
          <p:spPr>
            <a:xfrm>
              <a:off x="6284976" y="1299466"/>
              <a:ext cx="5449824" cy="408939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sz="2000" b="0" i="0" u="none" strike="noStrike" kern="1200" spc="0" baseline="0">
                  <a:solidFill>
                    <a:srgbClr val="102747"/>
                  </a:solidFill>
                  <a:latin typeface="+mn-lt"/>
                  <a:ea typeface="+mn-ea"/>
                  <a:cs typeface="+mn-cs"/>
                </a:defRPr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Phone</a:t>
              </a: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984B135-2A47-1657-E4B3-0970A69282AD}"/>
                </a:ext>
              </a:extLst>
            </p:cNvPr>
            <p:cNvCxnSpPr>
              <a:cxnSpLocks/>
            </p:cNvCxnSpPr>
            <p:nvPr/>
          </p:nvCxnSpPr>
          <p:spPr>
            <a:xfrm>
              <a:off x="6284976" y="1756857"/>
              <a:ext cx="5449824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FBEDFD-AFEA-2B03-E68E-DD3B88CADB0A}"/>
              </a:ext>
            </a:extLst>
          </p:cNvPr>
          <p:cNvGrpSpPr/>
          <p:nvPr userDrawn="1"/>
        </p:nvGrpSpPr>
        <p:grpSpPr>
          <a:xfrm>
            <a:off x="6646656" y="3834505"/>
            <a:ext cx="2926525" cy="657705"/>
            <a:chOff x="6284974" y="1299469"/>
            <a:chExt cx="6017827" cy="873881"/>
          </a:xfrm>
        </p:grpSpPr>
        <p:sp>
          <p:nvSpPr>
            <p:cNvPr id="109" name="Content Placeholder 2">
              <a:extLst>
                <a:ext uri="{FF2B5EF4-FFF2-40B4-BE49-F238E27FC236}">
                  <a16:creationId xmlns:a16="http://schemas.microsoft.com/office/drawing/2014/main" id="{223DD664-38AA-4862-C2E4-883C8828D85E}"/>
                </a:ext>
              </a:extLst>
            </p:cNvPr>
            <p:cNvSpPr txBox="1">
              <a:spLocks/>
            </p:cNvSpPr>
            <p:nvPr/>
          </p:nvSpPr>
          <p:spPr>
            <a:xfrm>
              <a:off x="6284974" y="1805306"/>
              <a:ext cx="6017827" cy="36804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www.MIND-Technology.com</a:t>
              </a:r>
            </a:p>
          </p:txBody>
        </p:sp>
        <p:sp>
          <p:nvSpPr>
            <p:cNvPr id="110" name="Content Placeholder 2">
              <a:extLst>
                <a:ext uri="{FF2B5EF4-FFF2-40B4-BE49-F238E27FC236}">
                  <a16:creationId xmlns:a16="http://schemas.microsoft.com/office/drawing/2014/main" id="{BB59BD61-E0BF-25B8-0621-11B8AAD7710B}"/>
                </a:ext>
              </a:extLst>
            </p:cNvPr>
            <p:cNvSpPr txBox="1">
              <a:spLocks/>
            </p:cNvSpPr>
            <p:nvPr/>
          </p:nvSpPr>
          <p:spPr>
            <a:xfrm>
              <a:off x="6284976" y="1299469"/>
              <a:ext cx="5449824" cy="40893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sz="2000" b="0" i="0" u="none" strike="noStrike" kern="1200" spc="0" baseline="0">
                  <a:solidFill>
                    <a:srgbClr val="102747"/>
                  </a:solidFill>
                  <a:latin typeface="+mn-lt"/>
                  <a:ea typeface="+mn-ea"/>
                  <a:cs typeface="+mn-cs"/>
                </a:defRPr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Website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C448666-DFA8-D094-BCA0-E70ADD01A080}"/>
                </a:ext>
              </a:extLst>
            </p:cNvPr>
            <p:cNvCxnSpPr>
              <a:cxnSpLocks/>
            </p:cNvCxnSpPr>
            <p:nvPr/>
          </p:nvCxnSpPr>
          <p:spPr>
            <a:xfrm>
              <a:off x="6284976" y="1756857"/>
              <a:ext cx="5449824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112BAE7-C3E4-B6D1-DA59-EA97A283ABDB}"/>
              </a:ext>
            </a:extLst>
          </p:cNvPr>
          <p:cNvGrpSpPr/>
          <p:nvPr userDrawn="1"/>
        </p:nvGrpSpPr>
        <p:grpSpPr>
          <a:xfrm>
            <a:off x="6646655" y="4734466"/>
            <a:ext cx="3124667" cy="1211705"/>
            <a:chOff x="6284976" y="1299467"/>
            <a:chExt cx="5449824" cy="1609971"/>
          </a:xfrm>
        </p:grpSpPr>
        <p:sp>
          <p:nvSpPr>
            <p:cNvPr id="113" name="Content Placeholder 2">
              <a:extLst>
                <a:ext uri="{FF2B5EF4-FFF2-40B4-BE49-F238E27FC236}">
                  <a16:creationId xmlns:a16="http://schemas.microsoft.com/office/drawing/2014/main" id="{AA91CE9F-A466-6125-9A5D-374BFC51F77F}"/>
                </a:ext>
              </a:extLst>
            </p:cNvPr>
            <p:cNvSpPr txBox="1">
              <a:spLocks/>
            </p:cNvSpPr>
            <p:nvPr/>
          </p:nvSpPr>
          <p:spPr>
            <a:xfrm>
              <a:off x="6284976" y="1805307"/>
              <a:ext cx="5449824" cy="1104131"/>
            </a:xfrm>
            <a:prstGeom prst="rect">
              <a:avLst/>
            </a:prstGeom>
          </p:spPr>
          <p:txBody>
            <a:bodyPr vert="horz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2002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Timberloch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Place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Suite 400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The Woodlands, TX 77380</a:t>
              </a:r>
            </a:p>
          </p:txBody>
        </p:sp>
        <p:sp>
          <p:nvSpPr>
            <p:cNvPr id="114" name="Content Placeholder 2">
              <a:extLst>
                <a:ext uri="{FF2B5EF4-FFF2-40B4-BE49-F238E27FC236}">
                  <a16:creationId xmlns:a16="http://schemas.microsoft.com/office/drawing/2014/main" id="{AD52E326-21BF-26E6-BBB4-B0D1AEB16324}"/>
                </a:ext>
              </a:extLst>
            </p:cNvPr>
            <p:cNvSpPr txBox="1">
              <a:spLocks/>
            </p:cNvSpPr>
            <p:nvPr/>
          </p:nvSpPr>
          <p:spPr>
            <a:xfrm>
              <a:off x="6284976" y="1299467"/>
              <a:ext cx="5449824" cy="40893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sz="2000" b="0" i="0" u="none" strike="noStrike" kern="1200" spc="0" baseline="0">
                  <a:solidFill>
                    <a:srgbClr val="102747"/>
                  </a:solidFill>
                  <a:latin typeface="+mn-lt"/>
                  <a:ea typeface="+mn-ea"/>
                  <a:cs typeface="+mn-cs"/>
                </a:defRPr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HQ</a:t>
              </a: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2F8656F-CE26-8F58-C29F-12363E2D4C9B}"/>
                </a:ext>
              </a:extLst>
            </p:cNvPr>
            <p:cNvCxnSpPr>
              <a:cxnSpLocks/>
            </p:cNvCxnSpPr>
            <p:nvPr/>
          </p:nvCxnSpPr>
          <p:spPr>
            <a:xfrm>
              <a:off x="6284976" y="1756857"/>
              <a:ext cx="5449824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478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 1">
    <p:bg>
      <p:bgPr>
        <a:blipFill dpi="0" rotWithShape="1">
          <a:blip r:embed="rId2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30E35-FDB3-0558-2488-39FD39D4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70C53-81D1-473B-A35A-25C8E487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9E4C6-9885-4B4F-916C-05331BC8FCD3}" type="datetime1">
              <a:rPr lang="en-US" smtClean="0"/>
              <a:t>2025-12-09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6312F-D8D5-D444-B80E-111066CF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3F424-7C74-B12B-0A70-23B81ABE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E122D12-FCF7-653E-9C6C-0CE9E2894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58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56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 2">
    <p:bg>
      <p:bgPr>
        <a:blipFill dpi="0" rotWithShape="1">
          <a:blip r:embed="rId2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6B52-7089-B35D-523D-3ACB3462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18643-CC97-19F8-491F-28AB8E37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9E4C6-9885-4B4F-916C-05331BC8FCD3}" type="datetime1">
              <a:rPr lang="en-US" smtClean="0"/>
              <a:t>2025-12-09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D5C67-690B-35AB-CFED-3B17A435C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AF61A-C975-B9DE-57E5-4B5F8303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9D14AC-9780-965C-3FE9-CBEFB0BFD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D1A5DCA-A593-901A-C8EE-83C426E00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2CF08A2-CD01-C217-4E68-8C675756A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7CF88543-FCFB-24C9-A251-ED306BFB1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02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1AEA8-543D-E0C0-5C87-361321AEE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A63BF-A46B-0F7B-CB6D-987E6FB98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1C104-9692-34E4-728A-983BE5FA4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45596-4F0E-08F0-CB45-4F9F5F7B8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08BA6-8BA4-820C-72F0-90CAA175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A5963-E893-4102-A226-13F14C5E2A24}" type="datetime1">
              <a:rPr lang="en-US" smtClean="0"/>
              <a:t>2025-12-09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47205-0934-317C-C77F-C52D493B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98AAA-5170-8396-C795-A10C1CA7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5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6502D9-ECDC-E84D-C805-C428E50E5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477817"/>
            <a:ext cx="2628900" cy="46991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439D1-65D5-0A16-E53B-17F419E37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77817"/>
            <a:ext cx="7734300" cy="46991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0C649-EB67-CE26-99BD-A170070B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21AB-CC0F-4133-A9E9-410B87F4488E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07418-780E-AE0D-BD1F-89B62A2D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0043A-5189-9C43-AB41-6030F3D8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0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97C19A-4E66-B21E-B7CD-A05DB1662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18255"/>
            <a:ext cx="89777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7A317-CC81-9F1E-E15B-A2AF8337C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878D9-7037-F185-F36D-15B33E125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9E4C6-9885-4B4F-916C-05331BC8FCD3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B633A-F247-3F4D-C355-ECB52638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78966" y="6356350"/>
            <a:ext cx="2674434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Commercial in Confidence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3382F-92E8-BBA5-C9CC-9518262AD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fld id="{1325D8CA-4BB4-44C2-8FA9-D8B823E51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0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0" r:id="rId3"/>
    <p:sldLayoutId id="2147483661" r:id="rId4"/>
    <p:sldLayoutId id="2147483653" r:id="rId5"/>
    <p:sldLayoutId id="2147483659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733D-66BB-9ADE-F68C-1DCF78D5C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F821D-3C3C-1242-F4D6-E59818D44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F1210-C49A-25EB-9CB6-844160B1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D822C-C4F5-7BD3-E6B1-5C53DC9F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325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EC7569-B6E8-DA29-115B-ADE3C483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F9394-5A44-C987-734B-DDD69CDA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674DF-39B6-F63B-7FFA-ED81F7B4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8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17B34E-1096-8829-8CA3-5918FA20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7A76F-6466-9E62-964F-21930F56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Commercial in Confidence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0728E-DE26-4731-8FC0-3C5A65E6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D8CA-4BB4-44C2-8FA9-D8B823E510C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6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0C510F08-56B4-436A-A51F-0D996181B72E}" vid="{60A5A369-3C2B-4BD3-A4CD-DD26AC5D32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MIND Theme</Template>
  <TotalTime>0</TotalTime>
  <Words>12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Kristopher Huber</dc:creator>
  <cp:lastModifiedBy>Kristopher Huber</cp:lastModifiedBy>
  <cp:revision>1</cp:revision>
  <dcterms:created xsi:type="dcterms:W3CDTF">2025-12-09T15:04:06Z</dcterms:created>
  <dcterms:modified xsi:type="dcterms:W3CDTF">2025-12-09T15:05:01Z</dcterms:modified>
</cp:coreProperties>
</file>